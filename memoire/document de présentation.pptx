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DAF1-7D18-4B00-A221-E5D8474A7AB7}" type="datetimeFigureOut">
              <a:rPr lang="fr-FR" smtClean="0"/>
              <a:t>15/01/2017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C2F02-7732-408C-8E0A-1B9B37BE94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861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DAF1-7D18-4B00-A221-E5D8474A7AB7}" type="datetimeFigureOut">
              <a:rPr lang="fr-FR" smtClean="0"/>
              <a:t>15/01/2017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C2F02-7732-408C-8E0A-1B9B37BE94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443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DAF1-7D18-4B00-A221-E5D8474A7AB7}" type="datetimeFigureOut">
              <a:rPr lang="fr-FR" smtClean="0"/>
              <a:t>15/01/2017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C2F02-7732-408C-8E0A-1B9B37BE94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23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DAF1-7D18-4B00-A221-E5D8474A7AB7}" type="datetimeFigureOut">
              <a:rPr lang="fr-FR" smtClean="0"/>
              <a:t>15/01/2017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C2F02-7732-408C-8E0A-1B9B37BE94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97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DAF1-7D18-4B00-A221-E5D8474A7AB7}" type="datetimeFigureOut">
              <a:rPr lang="fr-FR" smtClean="0"/>
              <a:t>15/01/2017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C2F02-7732-408C-8E0A-1B9B37BE94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4801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DAF1-7D18-4B00-A221-E5D8474A7AB7}" type="datetimeFigureOut">
              <a:rPr lang="fr-FR" smtClean="0"/>
              <a:t>15/01/2017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C2F02-7732-408C-8E0A-1B9B37BE94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7885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DAF1-7D18-4B00-A221-E5D8474A7AB7}" type="datetimeFigureOut">
              <a:rPr lang="fr-FR" smtClean="0"/>
              <a:t>15/01/2017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C2F02-7732-408C-8E0A-1B9B37BE94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7261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DAF1-7D18-4B00-A221-E5D8474A7AB7}" type="datetimeFigureOut">
              <a:rPr lang="fr-FR" smtClean="0"/>
              <a:t>15/01/2017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C2F02-7732-408C-8E0A-1B9B37BE94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6520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DAF1-7D18-4B00-A221-E5D8474A7AB7}" type="datetimeFigureOut">
              <a:rPr lang="fr-FR" smtClean="0"/>
              <a:t>15/01/2017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C2F02-7732-408C-8E0A-1B9B37BE94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397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DAF1-7D18-4B00-A221-E5D8474A7AB7}" type="datetimeFigureOut">
              <a:rPr lang="fr-FR" smtClean="0"/>
              <a:t>15/01/2017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C2F02-7732-408C-8E0A-1B9B37BE94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22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DAF1-7D18-4B00-A221-E5D8474A7AB7}" type="datetimeFigureOut">
              <a:rPr lang="fr-FR" smtClean="0"/>
              <a:t>15/01/2017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C2F02-7732-408C-8E0A-1B9B37BE94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323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8DAF1-7D18-4B00-A221-E5D8474A7AB7}" type="datetimeFigureOut">
              <a:rPr lang="fr-FR" smtClean="0"/>
              <a:t>15/01/2017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C2F02-7732-408C-8E0A-1B9B37BE94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687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421105"/>
            <a:ext cx="9144000" cy="1022684"/>
          </a:xfrm>
        </p:spPr>
        <p:txBody>
          <a:bodyPr>
            <a:normAutofit/>
          </a:bodyPr>
          <a:lstStyle/>
          <a:p>
            <a:r>
              <a:rPr lang="fr-FR" dirty="0" smtClean="0"/>
              <a:t>ALLOCUTION (1mn)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86327" y="1713080"/>
            <a:ext cx="10242884" cy="3207836"/>
          </a:xfrm>
        </p:spPr>
        <p:txBody>
          <a:bodyPr/>
          <a:lstStyle/>
          <a:p>
            <a:pPr algn="l"/>
            <a:r>
              <a:rPr lang="fr-FR" dirty="0"/>
              <a:t>Bonjour M. le président, « madame », messieurs les membres de jury, cher public nous sommes là ce « date »  pour soutenir un mémoire de fin de cycle pour un master professionnel en « Filière » qui a pour sujet « libelle du sujet ».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2971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SOMMAIRE (1mn)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Introduction</a:t>
            </a:r>
          </a:p>
          <a:p>
            <a:r>
              <a:rPr lang="fr-FR" dirty="0" smtClean="0"/>
              <a:t>Problématique</a:t>
            </a:r>
          </a:p>
          <a:p>
            <a:r>
              <a:rPr lang="fr-FR" dirty="0" smtClean="0"/>
              <a:t>Objectifs</a:t>
            </a:r>
          </a:p>
          <a:p>
            <a:r>
              <a:rPr lang="fr-FR" dirty="0" smtClean="0"/>
              <a:t>Hypothèses</a:t>
            </a:r>
          </a:p>
          <a:p>
            <a:r>
              <a:rPr lang="fr-FR" dirty="0" smtClean="0"/>
              <a:t>Déploiement (l’application)</a:t>
            </a:r>
          </a:p>
          <a:p>
            <a:r>
              <a:rPr lang="fr-FR" dirty="0" smtClean="0"/>
              <a:t>Conception</a:t>
            </a:r>
          </a:p>
          <a:p>
            <a:r>
              <a:rPr lang="fr-FR" dirty="0" smtClean="0"/>
              <a:t>Conclusion </a:t>
            </a:r>
          </a:p>
          <a:p>
            <a:r>
              <a:rPr lang="fr-FR" dirty="0" smtClean="0"/>
              <a:t>Remerciements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7756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  (1mn)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Contextualisation</a:t>
            </a:r>
          </a:p>
          <a:p>
            <a:r>
              <a:rPr lang="fr-FR" dirty="0" smtClean="0"/>
              <a:t>Plan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2657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PROBLÉMATIQUE (2mn)		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306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OBJECTIFS (2mn)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Général </a:t>
            </a:r>
          </a:p>
          <a:p>
            <a:r>
              <a:rPr lang="fr-FR" dirty="0" smtClean="0"/>
              <a:t>Spécifique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6168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HYPOTHESES (1mn)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81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GENERALITES (2mn)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2488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CONCEPTION OU DEPLOIEMENT (3mn)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928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CONCLUSION (1mn)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Résultats obtenus</a:t>
            </a:r>
          </a:p>
          <a:p>
            <a:r>
              <a:rPr lang="fr-FR" dirty="0" smtClean="0"/>
              <a:t>perspectives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6765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REMERCIEMENTS (1mn)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Monsieur le président, Messieurs les membres du jury nous vous remercions d’avoir accepter de participer à notre soutenance et nous nous mettons à votre entière disposition pour apporter des réponses claires à vos questions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92316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102</Words>
  <Application>Microsoft Office PowerPoint</Application>
  <PresentationFormat>Grand écran</PresentationFormat>
  <Paragraphs>26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ALLOCUTION (1mn)</vt:lpstr>
      <vt:lpstr>SOMMAIRE (1mn)</vt:lpstr>
      <vt:lpstr>INTRODUCTION  (1mn)</vt:lpstr>
      <vt:lpstr>PROBLÉMATIQUE (2mn)  </vt:lpstr>
      <vt:lpstr>OBJECTIFS (2mn)</vt:lpstr>
      <vt:lpstr>HYPOTHESES (1mn)</vt:lpstr>
      <vt:lpstr>GENERALITES (2mn)</vt:lpstr>
      <vt:lpstr>CONCEPTION OU DEPLOIEMENT (3mn)</vt:lpstr>
      <vt:lpstr>CONCLUSION (1mn)</vt:lpstr>
      <vt:lpstr>REMERCIEMENTS (1mn)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THE CUSTOMER</dc:creator>
  <cp:lastModifiedBy>THE CUSTOMER</cp:lastModifiedBy>
  <cp:revision>9</cp:revision>
  <dcterms:created xsi:type="dcterms:W3CDTF">2017-01-15T11:10:43Z</dcterms:created>
  <dcterms:modified xsi:type="dcterms:W3CDTF">2017-01-15T11:41:15Z</dcterms:modified>
</cp:coreProperties>
</file>